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135d39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135d39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5b80246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65b80246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135d39c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135d39c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5b8024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65b8024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135d39c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135d39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cab87a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cab87a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cab87a3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cab87a3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cab87a3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cab87a3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93e07a3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93e07a3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6cab87a3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6cab87a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Variabelen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27813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400" y="3781300"/>
            <a:ext cx="2123168" cy="12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Waarom hebben we variabelen?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</a:t>
            </a:r>
            <a:r>
              <a:rPr lang="nl"/>
              <a:t>(“Hey”);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</a:t>
            </a:r>
            <a:r>
              <a:rPr lang="nl"/>
              <a:t>(</a:t>
            </a:r>
            <a:r>
              <a:rPr lang="nl"/>
              <a:t>“Hey”</a:t>
            </a:r>
            <a:r>
              <a:rPr lang="nl"/>
              <a:t>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</a:t>
            </a:r>
            <a:r>
              <a:rPr lang="nl"/>
              <a:t>(</a:t>
            </a:r>
            <a:r>
              <a:rPr lang="nl"/>
              <a:t>“Hey”</a:t>
            </a:r>
            <a:r>
              <a:rPr lang="nl"/>
              <a:t>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Wat als ik overal Hey wil veranderen in Hoi?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6625375" y="1453025"/>
            <a:ext cx="1864200" cy="1051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2"/>
                </a:solidFill>
              </a:rPr>
              <a:t>Met println(“tekst”) kan je iets (tekst) laten verschijnen.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Waarom hebben we variabelen?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var x = “Hoi”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</a:t>
            </a:r>
            <a:r>
              <a:rPr lang="nl"/>
              <a:t>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</a:t>
            </a:r>
            <a:r>
              <a:rPr lang="nl"/>
              <a:t>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</a:t>
            </a:r>
            <a:r>
              <a:rPr lang="nl"/>
              <a:t>(x);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625375" y="1453025"/>
            <a:ext cx="1864200" cy="1051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2"/>
                </a:solidFill>
              </a:rPr>
              <a:t>Met println(“tekst”) kan je iets (tekst) laten verschijnen.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is een variabele 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var x = 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Doos (var) met naam (x) met waarde (0) erin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525" y="2921038"/>
            <a:ext cx="27813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is een variabele nuttig?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Herhaling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59500" y="1903425"/>
            <a:ext cx="85206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Score</a:t>
            </a:r>
            <a:endParaRPr/>
          </a:p>
        </p:txBody>
      </p:sp>
      <p:pic>
        <p:nvPicPr>
          <p:cNvPr id="86" name="Google Shape;86;p17" title="Champions League Win GIF by Manchester Unit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2625" y="2735950"/>
            <a:ext cx="1932974" cy="193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Variabelen veranderen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206525" y="1017725"/>
            <a:ext cx="263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var x = 5;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x = 6;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026300" y="1017725"/>
            <a:ext cx="263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var x = 5;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x = x + 1;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6065950" y="1017725"/>
            <a:ext cx="263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var x = 5;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x += 1;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println(x);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55000" y="4367150"/>
            <a:ext cx="5967000" cy="459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</a:rPr>
              <a:t>ENKEL EERSTE KEER </a:t>
            </a:r>
            <a:r>
              <a:rPr lang="nl" sz="1300">
                <a:solidFill>
                  <a:schemeClr val="dk2"/>
                </a:solidFill>
              </a:rPr>
              <a:t>DEFINIËREN</a:t>
            </a:r>
            <a:r>
              <a:rPr lang="nl" sz="1300">
                <a:solidFill>
                  <a:schemeClr val="dk2"/>
                </a:solidFill>
              </a:rPr>
              <a:t> ALS VAR DAARNA VAR WEGLATEN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Wanneer is een variabele nuttig?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8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Herhaling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Score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59500" y="1903425"/>
            <a:ext cx="85206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Berekening</a:t>
            </a:r>
            <a:endParaRPr/>
          </a:p>
        </p:txBody>
      </p:sp>
      <p:pic>
        <p:nvPicPr>
          <p:cNvPr id="103" name="Google Shape;103;p19" title="6-7-6-7-jok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700" y="2767725"/>
            <a:ext cx="1683525" cy="16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Rekenen met variabelen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206525" y="1017725"/>
            <a:ext cx="778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var prijs = 50;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var korting = 10;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var nieuwePrijs = prijs - korting;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println(nieuwePrijs) 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Berekeningen met: +, -, *, /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4514700" y="4110500"/>
            <a:ext cx="4020600" cy="716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</a:rPr>
              <a:t>GEEN SPATIES IN DE NAMEN VAN VARIABELEN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</a:rPr>
              <a:t>EERSTE TEKEN IS EEN KLEINE LETTER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</a:rPr>
              <a:t>ELK NIEUW WOORD ERNA MET GROTE LETTER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Datatypen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Elke variabele heeft een datatype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Een datatype zegt wat er in de variabele zit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Drie datatypen: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number: een cijfer bv. var x =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string: tekst bv. var x = “Hello”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Alles tussen “” is een string. Hoewel 5 dus een number is, is “5” een string!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boolean: waar of niet waar (true of false) bv. var x = true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Verschillende types variabelen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791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var: Gebruikt door Khan Academy, maar minder veilig doordat de variabele overal toegankelijk is (bv. var x = 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let: Meest gebruikte, veiliger doordat de variabele enkel toegankelijk is waar hij gebruikt wordt (bv. let x = 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const: Kan daarna niet meer gewijzigd worden in andere regel (dus niet gebruiken voor bv. score, maar wel prima voor herhaling vermijden)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6500" y="0"/>
            <a:ext cx="1517499" cy="121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Werkblad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Vul het werkblad in, afmaken tegen de volgende 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Bij vragen Slides, Google, Magister berichtje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Pas op met chatGPT, door het antwoord te laten genereren leer je niks voor de toets!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