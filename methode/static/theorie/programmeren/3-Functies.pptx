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93ddab9eb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93ddab9eb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93ddab9e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93ddab9e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93ddab9e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93ddab9e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93ddab9e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b93ddab9e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93ddab9eb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b93ddab9eb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93ddab9eb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b93ddab9eb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93ddab9e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93ddab9e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93ddab9eb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b93ddab9eb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93ddab9eb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93ddab9eb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khanacademy.org/computer-programming/new/pjs" TargetMode="External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Functies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Mnr Segers</a:t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5850" y="0"/>
            <a:ext cx="3858150" cy="19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3041200"/>
            <a:ext cx="3619449" cy="210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Voorbeeld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600"/>
              <a:t>Situatie: We willen vierkanten met breedte en hoogte 40 op verschillende plekken tekenen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nl" sz="1600"/>
              <a:t>Code: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nl" sz="1600"/>
              <a:t>rect(50, 50, 40, 40);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nl" sz="1600"/>
              <a:t>rect(120, 50, 40, 40);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nl" sz="1600"/>
              <a:t>rect(50, 120, 40, 40);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nl"/>
              <a:t>Wat kan er hier beter, wat kan fout gaan?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Beter maken met variabelen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Code: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nl"/>
              <a:t>let grootte = 40;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nl"/>
              <a:t>rect(50, 50, grootte, grootte);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nl"/>
              <a:t>rect(120, 50, grootte, grootte);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nl"/>
              <a:t>rect(50, 120, grootte, grootte);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nl"/>
              <a:t>Stel dat ik geen 3 </a:t>
            </a:r>
            <a:r>
              <a:rPr lang="nl"/>
              <a:t>vierkanten</a:t>
            </a:r>
            <a:r>
              <a:rPr lang="nl"/>
              <a:t> wil maar 10?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Waarom hebben we functies?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2877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nl"/>
              <a:t>var </a:t>
            </a:r>
            <a:r>
              <a:rPr lang="nl"/>
              <a:t>grootte = 40;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nl"/>
              <a:t>function tekenVierkant(x, y) {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nl"/>
              <a:t>  rect(x, y, grootte, grootte);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nl"/>
              <a:t>}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nl"/>
              <a:t>tekenVierkant(50, 50);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nl"/>
              <a:t>tekenVierkant(120, 50);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nl"/>
              <a:t>tekenVierkant(50, 120);</a:t>
            </a:r>
            <a:endParaRPr/>
          </a:p>
        </p:txBody>
      </p:sp>
      <p:sp>
        <p:nvSpPr>
          <p:cNvPr id="76" name="Google Shape;76;p16"/>
          <p:cNvSpPr txBox="1"/>
          <p:nvPr/>
        </p:nvSpPr>
        <p:spPr>
          <a:xfrm>
            <a:off x="3873125" y="1137775"/>
            <a:ext cx="4833300" cy="3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800">
                <a:solidFill>
                  <a:schemeClr val="dk2"/>
                </a:solidFill>
              </a:rPr>
              <a:t>Op deze manier heb je een makkelijk manier: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Om de grootte aan te passen met variabele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Makkelijk een nieuw vierkant te teken.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Delen van een functie</a:t>
            </a:r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675125" y="357150"/>
            <a:ext cx="4009800" cy="4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Function keyword: laat zien aan JavaScript dat wat erna komt een functie is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Function name: de naam waarmee je de functie later gaat aanroepen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Parameters*: de lijst van variabelen die je gaat gebruiken in je function 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Function body: Alle logica die de functie moet uitvoeren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Return keyword*: Sommige functies willen een waarde </a:t>
            </a:r>
            <a:r>
              <a:rPr lang="nl" sz="1800">
                <a:solidFill>
                  <a:schemeClr val="dk2"/>
                </a:solidFill>
              </a:rPr>
              <a:t>teruggeven</a:t>
            </a:r>
            <a:r>
              <a:rPr lang="nl" sz="1800">
                <a:solidFill>
                  <a:schemeClr val="dk2"/>
                </a:solidFill>
              </a:rPr>
              <a:t> en de functie daarna stoppen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83" name="Google Shape;83;p17"/>
          <p:cNvPicPr preferRelativeResize="0"/>
          <p:nvPr/>
        </p:nvPicPr>
        <p:blipFill rotWithShape="1">
          <a:blip r:embed="rId3">
            <a:alphaModFix/>
          </a:blip>
          <a:srcRect b="0" l="2973" r="2338" t="6059"/>
          <a:stretch/>
        </p:blipFill>
        <p:spPr>
          <a:xfrm>
            <a:off x="183900" y="1426475"/>
            <a:ext cx="4491225" cy="21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322950" y="4024975"/>
            <a:ext cx="4074300" cy="9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800">
                <a:solidFill>
                  <a:schemeClr val="dk2"/>
                </a:solidFill>
              </a:rPr>
              <a:t>* Betekent niet verplicht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800">
                <a:solidFill>
                  <a:schemeClr val="dk2"/>
                </a:solidFill>
              </a:rPr>
              <a:t>parameters kunnen ook leeg zijn ( 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800">
                <a:solidFill>
                  <a:schemeClr val="dk2"/>
                </a:solidFill>
              </a:rPr>
              <a:t>return kan weggelaten worden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Delen van een functie</a:t>
            </a:r>
            <a:endParaRPr/>
          </a:p>
        </p:txBody>
      </p:sp>
      <p:pic>
        <p:nvPicPr>
          <p:cNvPr id="90" name="Google Shape;9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625" y="1317150"/>
            <a:ext cx="4233325" cy="287892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675125" y="816975"/>
            <a:ext cx="4009800" cy="37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Onderaan zie je hoe je een functie aanroept: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nl" sz="1800">
                <a:solidFill>
                  <a:schemeClr val="dk2"/>
                </a:solidFill>
              </a:rPr>
              <a:t>Function call: Geeft de naam van de functie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nl" sz="1800">
                <a:solidFill>
                  <a:schemeClr val="dk2"/>
                </a:solidFill>
              </a:rPr>
              <a:t>Arguments: Geeft waardes aan de parameters in de functie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nl" sz="1800">
                <a:solidFill>
                  <a:schemeClr val="dk2"/>
                </a:solidFill>
              </a:rPr>
              <a:t>Omdat de functie iets returnt zal dat worden opgeslagen worden in de variabele result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800">
                <a:solidFill>
                  <a:schemeClr val="dk2"/>
                </a:solidFill>
              </a:rPr>
              <a:t>Wat als er geen return stond?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De grote verdwijntruc</a:t>
            </a:r>
            <a:endParaRPr/>
          </a:p>
        </p:txBody>
      </p:sp>
      <p:sp>
        <p:nvSpPr>
          <p:cNvPr id="97" name="Google Shape;97;p19"/>
          <p:cNvSpPr txBox="1"/>
          <p:nvPr>
            <p:ph idx="1" type="body"/>
          </p:nvPr>
        </p:nvSpPr>
        <p:spPr>
          <a:xfrm>
            <a:off x="311700" y="1152475"/>
            <a:ext cx="6267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Variabelen die je in een functie aanmaakt gaan na het uitvoeren weg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Parameters bestaan buiten de functie ook niet en per function call hebben ze andere waarden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Zonder return + opslaan in variabele doet een functie niets opslaan</a:t>
            </a:r>
            <a:endParaRPr/>
          </a:p>
        </p:txBody>
      </p:sp>
      <p:pic>
        <p:nvPicPr>
          <p:cNvPr id="98" name="Google Shape;9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3975" y="55688"/>
            <a:ext cx="2133600" cy="96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41499" y="402250"/>
            <a:ext cx="1702491" cy="102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98800" y="1483913"/>
            <a:ext cx="1590675" cy="163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96750" y="3178225"/>
            <a:ext cx="3132200" cy="1390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96750" y="4568875"/>
            <a:ext cx="1779159" cy="26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Klassikale oefening</a:t>
            </a:r>
            <a:endParaRPr/>
          </a:p>
        </p:txBody>
      </p:sp>
      <p:sp>
        <p:nvSpPr>
          <p:cNvPr id="108" name="Google Shape;10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Situatie: We willen een functie maken die de oppervlakte van een vierkant berekend.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nl" u="sng">
                <a:solidFill>
                  <a:schemeClr val="hlink"/>
                </a:solidFill>
                <a:hlinkClick r:id="rId3"/>
              </a:rPr>
              <a:t>https://www.khanacademy.org/computer-programming/new/pjs</a:t>
            </a:r>
            <a:r>
              <a:rPr lang="nl"/>
              <a:t>	</a:t>
            </a:r>
            <a:endParaRPr/>
          </a:p>
        </p:txBody>
      </p:sp>
      <p:pic>
        <p:nvPicPr>
          <p:cNvPr id="109" name="Google Shape;10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05225" y="1747525"/>
            <a:ext cx="3345575" cy="222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Functie samenvatting</a:t>
            </a:r>
            <a:endParaRPr/>
          </a:p>
        </p:txBody>
      </p:sp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Een functie is een stukje code met een naam die je kunt hergebruiken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Je maakt een functie met het keyword ‘function’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Een functie heeft een naam, parameters (), en een body {}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Een functie doet niets tot je hem aanroept, dat doe je met de naam en parameters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Met return geeft de functie </a:t>
            </a:r>
            <a:r>
              <a:rPr lang="nl"/>
              <a:t>een</a:t>
            </a:r>
            <a:r>
              <a:rPr lang="nl"/>
              <a:t> waarde terug en daarna stopt de </a:t>
            </a:r>
            <a:r>
              <a:rPr lang="nl"/>
              <a:t>functie. Die waarde kan je opslaan in een variabele.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Werkblad</a:t>
            </a:r>
            <a:endParaRPr/>
          </a:p>
        </p:txBody>
      </p:sp>
      <p:sp>
        <p:nvSpPr>
          <p:cNvPr id="121" name="Google Shape;121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Vul het werkblad in, afmaken tegen de volgende les: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Bij vragen Slides, Google, Magister berichtje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nl"/>
              <a:t>Pas op met chatGPT, door het antwoord te laten genereren leer je niks voor de toets!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