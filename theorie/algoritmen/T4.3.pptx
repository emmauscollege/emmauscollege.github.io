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20b38331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20b38331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4f20a0ef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4f20a0ef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4f20a0ef6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4f20a0ef6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20b38331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20b38331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Materiaal voor de les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Papier/Pen + Inloggen en een leeg programma openen op Khan Academy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Tijdens oefeningen verwacht ik dat je nadenkt en probeert de flowcharts te tekenen en oefeningen te programmeren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T4.3 Arrays doorlopen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Mnr. Segers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Manieren van </a:t>
            </a:r>
            <a:r>
              <a:rPr lang="nl"/>
              <a:t>algoritmen</a:t>
            </a:r>
            <a:r>
              <a:rPr lang="nl"/>
              <a:t> omzetten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2260575"/>
            <a:ext cx="2887800" cy="9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nl" sz="4800"/>
              <a:t>Probleem</a:t>
            </a:r>
            <a:endParaRPr sz="4800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297825" y="2306025"/>
            <a:ext cx="2887800" cy="9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nl" sz="4800"/>
              <a:t>Flowchart</a:t>
            </a:r>
            <a:endParaRPr sz="4800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6442275" y="2306025"/>
            <a:ext cx="2887800" cy="9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nl" sz="4800"/>
              <a:t>Code</a:t>
            </a:r>
            <a:endParaRPr sz="4800"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5175" y="1733325"/>
            <a:ext cx="3097875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0675" y="1733325"/>
            <a:ext cx="2484675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Flowchart onderdelen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4160400" cy="38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Start: ovaal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Met daarin de input van het programma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Bijvoorbeeld: Array van getallen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Stap/Actie: rechthoek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Een uitvoering van een actie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Bijvoorbeeld: Tel het huidige getal bij de som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Keuze: ruit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Een keuze met </a:t>
            </a:r>
            <a:r>
              <a:rPr lang="nl" u="sng"/>
              <a:t>twee</a:t>
            </a:r>
            <a:r>
              <a:rPr lang="nl"/>
              <a:t> mogelijke antwoorden (ja of nee)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Bijvoorbeeld: Is het huidige getal groter dan 10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nl"/>
              <a:t>Einde: ovaal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Output van het programma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nl"/>
              <a:t>Bijvoorbeeld: De som variabele</a:t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1548" y="671275"/>
            <a:ext cx="3134143" cy="425202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87125" y="327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Flowchart: Som van array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5015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Dit is een voorbeeld van een algoritme waarbij we de getallen in een array moeten optellen.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Input: Rij met getallen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Output: Som van getallen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Voorbeeld: [10, 2, 5]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2273" y="445025"/>
            <a:ext cx="3430025" cy="453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