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</p:sldIdLst>
  <p:sldSz cx="9144000" cy="5143500" type="screen16x9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Roboto Mono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AD9B3F-A775-794E-8D24-C3B6892F978D}" v="289" dt="2026-09-15T20:25:12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 varScale="1">
        <p:scale>
          <a:sx n="163" d="100"/>
          <a:sy n="163" d="100"/>
        </p:scale>
        <p:origin x="1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f4e0e3f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f4e0e3f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dacc9284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dacc9284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dacc9284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dacc9284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AF1B34F9-FE61-2763-6AB6-E08C97EEB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dacc92840_0_46:notes">
            <a:extLst>
              <a:ext uri="{FF2B5EF4-FFF2-40B4-BE49-F238E27FC236}">
                <a16:creationId xmlns:a16="http://schemas.microsoft.com/office/drawing/2014/main" id="{EE98AA58-3299-6238-A5EF-E9FD9F9BF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dacc92840_0_46:notes">
            <a:extLst>
              <a:ext uri="{FF2B5EF4-FFF2-40B4-BE49-F238E27FC236}">
                <a16:creationId xmlns:a16="http://schemas.microsoft.com/office/drawing/2014/main" id="{9D04ED8C-C54E-C044-1CE5-14D20A994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047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23A030-69A6-7025-B43B-BE87EA849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dacc92840_0_46:notes">
            <a:extLst>
              <a:ext uri="{FF2B5EF4-FFF2-40B4-BE49-F238E27FC236}">
                <a16:creationId xmlns:a16="http://schemas.microsoft.com/office/drawing/2014/main" id="{61B3C433-3FBF-E68C-2BBF-431D2E9497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dacc92840_0_46:notes">
            <a:extLst>
              <a:ext uri="{FF2B5EF4-FFF2-40B4-BE49-F238E27FC236}">
                <a16:creationId xmlns:a16="http://schemas.microsoft.com/office/drawing/2014/main" id="{5B69A9A7-93BC-3F2F-03E1-F3852D2F5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730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E6C5A4DA-A41C-16EF-FC00-A31D16A0B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dacc92840_0_46:notes">
            <a:extLst>
              <a:ext uri="{FF2B5EF4-FFF2-40B4-BE49-F238E27FC236}">
                <a16:creationId xmlns:a16="http://schemas.microsoft.com/office/drawing/2014/main" id="{FB1D4F47-84E6-E102-46E7-C768AD98AD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dacc92840_0_46:notes">
            <a:extLst>
              <a:ext uri="{FF2B5EF4-FFF2-40B4-BE49-F238E27FC236}">
                <a16:creationId xmlns:a16="http://schemas.microsoft.com/office/drawing/2014/main" id="{D87ACE21-806C-2DEF-8A01-72213A0FB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188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Uitleg: CSS selectors en properties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150575" y="4555300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Mnr. Segers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Basis CSS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380525" y="1372400"/>
            <a:ext cx="31914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Selector: Wijst naar bepaalde HTML code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Property: Geeft aan welke eigenschap je wilt veranderen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Value: De waarde die je de eigenschap wilt geven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5016625" y="1628350"/>
            <a:ext cx="36177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1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2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2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1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color</a:t>
            </a:r>
            <a:r>
              <a:rPr lang="nl" sz="2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21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nl" sz="2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1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font-size</a:t>
            </a:r>
            <a:r>
              <a:rPr lang="nl" sz="2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21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48</a:t>
            </a:r>
            <a:r>
              <a:rPr lang="nl" sz="2100">
                <a:solidFill>
                  <a:srgbClr val="F97583"/>
                </a:solidFill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nl" sz="2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21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text-align</a:t>
            </a:r>
            <a:r>
              <a:rPr lang="nl" sz="2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21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lang="nl" sz="2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1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2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100">
              <a:solidFill>
                <a:srgbClr val="E1E4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9" name="Google Shape;149;p15"/>
          <p:cNvCxnSpPr/>
          <p:nvPr/>
        </p:nvCxnSpPr>
        <p:spPr>
          <a:xfrm>
            <a:off x="4185250" y="1573400"/>
            <a:ext cx="785700" cy="219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50;p15"/>
          <p:cNvCxnSpPr/>
          <p:nvPr/>
        </p:nvCxnSpPr>
        <p:spPr>
          <a:xfrm rot="10800000" flipH="1">
            <a:off x="4074150" y="2212800"/>
            <a:ext cx="1052100" cy="167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" name="Google Shape;151;p15"/>
          <p:cNvCxnSpPr/>
          <p:nvPr/>
        </p:nvCxnSpPr>
        <p:spPr>
          <a:xfrm>
            <a:off x="4075625" y="2413900"/>
            <a:ext cx="950100" cy="73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15"/>
          <p:cNvCxnSpPr/>
          <p:nvPr/>
        </p:nvCxnSpPr>
        <p:spPr>
          <a:xfrm>
            <a:off x="4093800" y="2669800"/>
            <a:ext cx="1005000" cy="173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" name="Google Shape;153;p15"/>
          <p:cNvCxnSpPr/>
          <p:nvPr/>
        </p:nvCxnSpPr>
        <p:spPr>
          <a:xfrm rot="10800000" flipH="1">
            <a:off x="4075625" y="2240375"/>
            <a:ext cx="3298200" cy="1416000"/>
          </a:xfrm>
          <a:prstGeom prst="bentConnector3">
            <a:avLst>
              <a:gd name="adj1" fmla="val 150685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" name="Google Shape;154;p15"/>
          <p:cNvCxnSpPr/>
          <p:nvPr/>
        </p:nvCxnSpPr>
        <p:spPr>
          <a:xfrm rot="10800000" flipH="1">
            <a:off x="4121300" y="2596775"/>
            <a:ext cx="3955800" cy="1059600"/>
          </a:xfrm>
          <a:prstGeom prst="bentConnector3">
            <a:avLst>
              <a:gd name="adj1" fmla="val 121941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" name="Google Shape;155;p15"/>
          <p:cNvCxnSpPr/>
          <p:nvPr/>
        </p:nvCxnSpPr>
        <p:spPr>
          <a:xfrm rot="10800000" flipH="1">
            <a:off x="4139575" y="2888975"/>
            <a:ext cx="4431000" cy="767400"/>
          </a:xfrm>
          <a:prstGeom prst="bentConnector3">
            <a:avLst>
              <a:gd name="adj1" fmla="val 105771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Selectors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015100" y="961275"/>
            <a:ext cx="4750500" cy="3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Tags: 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 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…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color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Classes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1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1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class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1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"intro"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nl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1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1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class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1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”intro”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…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.intro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color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IDs: 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1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1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id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1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"intro1"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nl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1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1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id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1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”intro2”</a:t>
            </a:r>
            <a:r>
              <a:rPr lang="nl" sz="11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…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#intro1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color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5663298" y="1208453"/>
            <a:ext cx="3262988" cy="2726593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Tags: Alle tags moeten deze stijl hebben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Classes: Al de elementen met deze class moeten deze stijl hebben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IDs: Eén enkel element op heel de pagina moet deze stijl hebben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○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Of er moet een interne link naar gemaakt worden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Combineren Selectors</a:t>
            </a:r>
            <a:endParaRPr dirty="0"/>
          </a:p>
        </p:txBody>
      </p:sp>
      <p:sp>
        <p:nvSpPr>
          <p:cNvPr id="168" name="Google Shape;168;p17"/>
          <p:cNvSpPr txBox="1"/>
          <p:nvPr/>
        </p:nvSpPr>
        <p:spPr>
          <a:xfrm>
            <a:off x="1206950" y="961275"/>
            <a:ext cx="4558800" cy="3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015100" y="961275"/>
            <a:ext cx="6888600" cy="3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 .note (tag + spatie + class): 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Toepasselijk op alle class note elementen die tussen &lt;p&gt; &lt;/p&gt; staan. 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(Werkt ook met andere combinaties zoals tag + spatie + tag)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Voor voorrang 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1) id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2) class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3) tag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1B3C7C56-964B-0EA7-36F0-0CDBE195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9CF33CB7-1BBC-145D-B0A7-F0734FACB6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Kleuren in CSS</a:t>
            </a:r>
            <a:endParaRPr dirty="0"/>
          </a:p>
        </p:txBody>
      </p: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DBB38554-9A1A-46E7-1DDA-3023625D6F08}"/>
              </a:ext>
            </a:extLst>
          </p:cNvPr>
          <p:cNvSpPr txBox="1"/>
          <p:nvPr/>
        </p:nvSpPr>
        <p:spPr>
          <a:xfrm>
            <a:off x="1206950" y="961275"/>
            <a:ext cx="4558800" cy="3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114458D2-4A0F-0671-AB87-647A5A0A02CF}"/>
              </a:ext>
            </a:extLst>
          </p:cNvPr>
          <p:cNvSpPr txBox="1"/>
          <p:nvPr/>
        </p:nvSpPr>
        <p:spPr>
          <a:xfrm>
            <a:off x="1015100" y="961275"/>
            <a:ext cx="6888600" cy="3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Soorten kleuren in CSS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1) Voorgeprogrammeerd: blue, red, cyan, …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2) rgb(255,0,0): kleuren zelf mixen (rood, groen en blauw) met ieder een waarde 	tussen 0 en 255. 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3) rgba(255,0,0,0.5): zelfde als rgb maar a bepaald doorzichtigheid (0 =		onzichtbaar, 1 is volledig bedekt)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endParaRPr lang="nl"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318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 panose="020B0604020202020204" pitchFamily="34" charset="0"/>
              <a:buChar char="•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Oefening: Welke kleur is dit</a:t>
            </a:r>
          </a:p>
          <a:p>
            <a:pPr marL="146050" lvl="1">
              <a:lnSpc>
                <a:spcPct val="150000"/>
              </a:lnSpc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1) rgb(255, 0, 0)</a:t>
            </a:r>
          </a:p>
          <a:p>
            <a:pPr marL="146050" lvl="1">
              <a:lnSpc>
                <a:spcPct val="150000"/>
              </a:lnSpc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2) rgb(255, 255, 255)</a:t>
            </a:r>
          </a:p>
          <a:p>
            <a:pPr marL="146050" lvl="1">
              <a:lnSpc>
                <a:spcPct val="150000"/>
              </a:lnSpc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3) rgba(0,255,0,0)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	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2322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4CA40328-DCA3-7B41-8CDD-B09D94B4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55B84B35-CF90-7A0A-0861-8F173A4758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Groottes in CSS</a:t>
            </a:r>
            <a:endParaRPr dirty="0"/>
          </a:p>
        </p:txBody>
      </p: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E9245326-04BB-303A-99C9-D7FE721E7EAF}"/>
              </a:ext>
            </a:extLst>
          </p:cNvPr>
          <p:cNvSpPr txBox="1"/>
          <p:nvPr/>
        </p:nvSpPr>
        <p:spPr>
          <a:xfrm>
            <a:off x="1206950" y="961275"/>
            <a:ext cx="3224373" cy="1062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B9BA53D1-6630-26F1-21F6-22FEA9A8C6B1}"/>
              </a:ext>
            </a:extLst>
          </p:cNvPr>
          <p:cNvSpPr txBox="1"/>
          <p:nvPr/>
        </p:nvSpPr>
        <p:spPr>
          <a:xfrm>
            <a:off x="1206950" y="1307849"/>
            <a:ext cx="3279081" cy="62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Wat valt je op aan deze drie websites?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6" name="Picture 2" descr="Responsive vs. Mobile-Friendly Websites: What's the Difference?">
            <a:extLst>
              <a:ext uri="{FF2B5EF4-FFF2-40B4-BE49-F238E27FC236}">
                <a16:creationId xmlns:a16="http://schemas.microsoft.com/office/drawing/2014/main" id="{789CDBDD-B244-B13F-2191-ABF022E287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1" t="7973" r="8257" b="12824"/>
          <a:stretch>
            <a:fillRect/>
          </a:stretch>
        </p:blipFill>
        <p:spPr bwMode="auto">
          <a:xfrm>
            <a:off x="5044822" y="1167173"/>
            <a:ext cx="3573978" cy="232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69;p17">
            <a:extLst>
              <a:ext uri="{FF2B5EF4-FFF2-40B4-BE49-F238E27FC236}">
                <a16:creationId xmlns:a16="http://schemas.microsoft.com/office/drawing/2014/main" id="{468EFC85-49A0-BCF0-3AB6-B88C3D42F502}"/>
              </a:ext>
            </a:extLst>
          </p:cNvPr>
          <p:cNvSpPr txBox="1"/>
          <p:nvPr/>
        </p:nvSpPr>
        <p:spPr>
          <a:xfrm>
            <a:off x="797169" y="1712910"/>
            <a:ext cx="3983759" cy="99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Lijken sterk op elkaar, maar zijn net anders.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Geoptimaliseerd voor de grootte van het scherm 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Google Shape;169;p17">
            <a:extLst>
              <a:ext uri="{FF2B5EF4-FFF2-40B4-BE49-F238E27FC236}">
                <a16:creationId xmlns:a16="http://schemas.microsoft.com/office/drawing/2014/main" id="{2B7D2AA0-9692-9EDD-A5D1-0CF1A940256E}"/>
              </a:ext>
            </a:extLst>
          </p:cNvPr>
          <p:cNvSpPr txBox="1"/>
          <p:nvPr/>
        </p:nvSpPr>
        <p:spPr>
          <a:xfrm>
            <a:off x="660400" y="2481500"/>
            <a:ext cx="3983759" cy="99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Standaard maat in Webdesign is Pixels: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-NL" sz="13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width</a:t>
            </a: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200px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Voorspelbaar, maar op elk scherm even groot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169;p17">
            <a:extLst>
              <a:ext uri="{FF2B5EF4-FFF2-40B4-BE49-F238E27FC236}">
                <a16:creationId xmlns:a16="http://schemas.microsoft.com/office/drawing/2014/main" id="{FFC5B37A-4230-95E7-CEAE-21FAD5A6866C}"/>
              </a:ext>
            </a:extLst>
          </p:cNvPr>
          <p:cNvSpPr txBox="1"/>
          <p:nvPr/>
        </p:nvSpPr>
        <p:spPr>
          <a:xfrm>
            <a:off x="660399" y="3496159"/>
            <a:ext cx="4599355" cy="99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kunnen ook werken met procent: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-NL" sz="13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width</a:t>
            </a: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20%</a:t>
            </a:r>
          </a:p>
          <a:p>
            <a:pPr marL="1460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Neemt 20% in van de breedte in van het </a:t>
            </a:r>
            <a:r>
              <a:rPr lang="nl-NL" sz="13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parent</a:t>
            </a: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element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932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454C4985-E14B-FD7B-C665-F9F83FF95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EEF7EC90-C23E-E18C-5B91-3DF0BC282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Oefenening</a:t>
            </a:r>
            <a:endParaRPr dirty="0"/>
          </a:p>
        </p:txBody>
      </p: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266E3A2C-C1D9-35BE-0541-9EDF45311B64}"/>
              </a:ext>
            </a:extLst>
          </p:cNvPr>
          <p:cNvSpPr txBox="1"/>
          <p:nvPr/>
        </p:nvSpPr>
        <p:spPr>
          <a:xfrm>
            <a:off x="1206950" y="961275"/>
            <a:ext cx="3224373" cy="1062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2E6AC096-FA37-CF21-66E2-36221AD12E98}"/>
              </a:ext>
            </a:extLst>
          </p:cNvPr>
          <p:cNvSpPr txBox="1"/>
          <p:nvPr/>
        </p:nvSpPr>
        <p:spPr>
          <a:xfrm>
            <a:off x="1206949" y="1307849"/>
            <a:ext cx="6936681" cy="3522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89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rabicParenR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Ga naar w3schools HTML online editor</a:t>
            </a:r>
          </a:p>
          <a:p>
            <a:pPr marL="4889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rabicParenR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Maak een website met 1x een titel, 2x een paragraaf (de inhoud maakt niet uit), 1x ongeordende lijst met 2 elementen en 1x geordende lijst met 2 elementen</a:t>
            </a:r>
          </a:p>
          <a:p>
            <a:pPr marL="4889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rabicParenR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Voeg styling toe zodat alle p tags een zwarte achtergrondkleur hebben</a:t>
            </a:r>
          </a:p>
          <a:p>
            <a:pPr marL="4889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rabicParenR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Voeg styling toe zodat zowel de titel en één paragraaf hun tekstkleur groen wordt.</a:t>
            </a:r>
          </a:p>
          <a:p>
            <a:pPr marL="4889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rabicParenR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Voeg styling toe zodat enkel de elementen van de geordende lijst een rode achtergrond krijgen die half doorzichtig is (doe dit zonder een klasse/ID te maken)</a:t>
            </a:r>
          </a:p>
          <a:p>
            <a:pPr marL="4889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rabicParenR"/>
            </a:pPr>
            <a:r>
              <a:rPr lang="nl-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Maak de paragrafen zo lang zodat ze heel de breedte van het scherm innemen en zet daarna hun breedte op 50% van de totale breedte</a:t>
            </a:r>
          </a:p>
          <a:p>
            <a:pPr marL="4889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rabicParenR"/>
            </a:pPr>
            <a:endParaRPr lang="nl-NL"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889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AutoNum type="arabicParenR"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34257237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Microsoft Macintosh PowerPoint</Application>
  <PresentationFormat>Diavoorstelling (16:9)</PresentationFormat>
  <Paragraphs>80</Paragraphs>
  <Slides>7</Slides>
  <Notes>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2" baseType="lpstr">
      <vt:lpstr>Arial</vt:lpstr>
      <vt:lpstr>Montserrat</vt:lpstr>
      <vt:lpstr>Lato</vt:lpstr>
      <vt:lpstr>Roboto Mono</vt:lpstr>
      <vt:lpstr>Focus</vt:lpstr>
      <vt:lpstr>Uitleg: CSS selectors en properties</vt:lpstr>
      <vt:lpstr>Basis CSS</vt:lpstr>
      <vt:lpstr>Selectors</vt:lpstr>
      <vt:lpstr>Combineren Selectors</vt:lpstr>
      <vt:lpstr>Kleuren in CSS</vt:lpstr>
      <vt:lpstr>Groottes in CSS</vt:lpstr>
      <vt:lpstr>Oefenening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Segers, M.</cp:lastModifiedBy>
  <cp:revision>1</cp:revision>
  <dcterms:modified xsi:type="dcterms:W3CDTF">2026-09-15T20:32:35Z</dcterms:modified>
</cp:coreProperties>
</file>